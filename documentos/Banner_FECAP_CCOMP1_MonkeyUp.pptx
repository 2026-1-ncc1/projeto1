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991" autoAdjust="0"/>
  </p:normalViewPr>
  <p:slideViewPr>
    <p:cSldViewPr snapToGrid="0">
      <p:cViewPr>
        <p:scale>
          <a:sx n="25" d="100"/>
          <a:sy n="25" d="100"/>
        </p:scale>
        <p:origin x="2508" y="-60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910765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62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Open Sans"/>
                </a:rPr>
                <a:t>REFERÊNCIAS</a:t>
              </a:r>
              <a:endPara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789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INTRODUÇÃO</a:t>
            </a:r>
            <a:endParaRPr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PROJETO MONKEY UP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933599" y="6299062"/>
            <a:ext cx="26445934" cy="2060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Gabriel Carrocci de Oliveira, Gioavanna Rodrigues Bueno, Olivia Farias Domingues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: </a:t>
            </a:r>
            <a:r>
              <a:rPr lang="pt-BR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Francisco Escobar, Renata Muniz, Joao </a:t>
            </a:r>
            <a:r>
              <a:rPr lang="pt-BR" sz="4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Trencher</a:t>
            </a:r>
            <a:r>
              <a:rPr lang="pt-BR" sz="4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 Victor Rosetti, Gilles Pedroza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450317" y="14620035"/>
            <a:ext cx="12433206" cy="62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Imagem 01: 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Tela de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Início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 do Jogo</a:t>
            </a:r>
            <a:endParaRPr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3110704"/>
            <a:ext cx="12433206" cy="62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Fonte: </a:t>
            </a:r>
            <a:r>
              <a:rPr lang="en-US" sz="4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Autoria</a:t>
            </a:r>
            <a:r>
              <a:rPr lang="en-US" sz="4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Própria</a:t>
            </a:r>
            <a:r>
              <a:rPr lang="en-US" sz="4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 (2026)</a:t>
            </a:r>
            <a:endParaRPr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TECNOLOGIAS UTILIZADAS</a:t>
            </a:r>
            <a:endParaRPr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RESULTADOS</a:t>
            </a:r>
            <a:endParaRPr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74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1007"/>
              </a:lnSpc>
            </a:pPr>
            <a:r>
              <a:rPr lang="pt-BR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</a:t>
            </a:r>
            <a:r>
              <a:rPr lang="pt-BR" sz="48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PROBLEMA</a:t>
            </a:r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 PROPOSTA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UNITY TECHNOLOGIES. Unity Documentation.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Disponível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em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: https://docs.unity.com. </a:t>
            </a:r>
          </a:p>
          <a:p>
            <a:pPr algn="just">
              <a:lnSpc>
                <a:spcPts val="4802"/>
              </a:lnSpc>
            </a:pP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IURICODE. README Template.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Disponível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em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: github.com/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iuricode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/readme-template. </a:t>
            </a:r>
          </a:p>
          <a:p>
            <a:pPr algn="just">
              <a:lnSpc>
                <a:spcPts val="4802"/>
              </a:lnSpc>
            </a:pP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  <a:p>
            <a:pPr algn="just">
              <a:lnSpc>
                <a:spcPts val="4802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SCHELL, Jesse. </a:t>
            </a:r>
            <a:r>
              <a:rPr lang="pt-BR" sz="4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pt-BR" sz="4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</a:t>
            </a:r>
            <a:r>
              <a:rPr lang="pt-BR" sz="4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4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lang="pt-BR" sz="4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Game Design: A Book </a:t>
            </a:r>
            <a:r>
              <a:rPr lang="pt-BR" sz="4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lang="pt-BR" sz="4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40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Lenses</a:t>
            </a:r>
            <a:r>
              <a:rPr lang="pt-BR" sz="40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Boca Raton: CRC Press, 2014. Disponível em: github.com/media-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lib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prog_lib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677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Jogos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casuais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3D com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mecânicas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combinadas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de runner, shooter 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plataforma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ainda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são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pouco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explorados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em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projetos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acadêmicos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.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Criar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um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jogo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do zero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exige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integração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de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programação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,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física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, design de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fases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lógica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de 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inimigos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.</a:t>
            </a:r>
          </a:p>
          <a:p>
            <a:pPr algn="just">
              <a:lnSpc>
                <a:spcPts val="4802"/>
              </a:lnSpc>
            </a:pP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Unity 6000.0.38f1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C# (Scripts de gameplay)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GitHub (</a:t>
            </a: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Versionamento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)</a:t>
            </a:r>
          </a:p>
          <a:p>
            <a:pPr marL="740593" lvl="1" indent="-370297" algn="just">
              <a:lnSpc>
                <a:spcPts val="4802"/>
              </a:lnSpc>
              <a:buFont typeface="Arial"/>
              <a:buChar char="•"/>
            </a:pPr>
            <a:r>
              <a:rPr lang="en-US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Licença</a:t>
            </a: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2"/>
              </a:rPr>
              <a:t> CC BY-ND 4.0</a:t>
            </a:r>
          </a:p>
          <a:p>
            <a:pPr algn="just">
              <a:lnSpc>
                <a:spcPts val="4802"/>
              </a:lnSpc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966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 parceria com a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YggBrasil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a Messier, nosso desafio foi conceber, projetar e implementar um jogo autoral para desktop, com regras próprias, identidade visual coerente e mecânicas consistentes, integrando conhecimentos de programação, lógica, matemática e ética. </a:t>
            </a:r>
          </a:p>
          <a:p>
            <a:pPr algn="just">
              <a:lnSpc>
                <a:spcPct val="140000"/>
              </a:lnSpc>
            </a:pPr>
            <a:endParaRPr lang="pt-BR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produto final deve ser tecnicamente funcional e conceitualmente sólido o suficiente para servir como peça de portfólio acadêmico e profissional.</a:t>
            </a:r>
          </a:p>
          <a:p>
            <a:br>
              <a:rPr lang="pt-BR" sz="3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3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61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Perfis de jogo aceitos 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Jogos de tabuleiro (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tabletop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digitais; 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Jogos do tipo Point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Click; 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Puzzle games sem movimentação do personagem; 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• Casual games com mecânicas simples e objetivas.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lvl="0" algn="just">
              <a:lnSpc>
                <a:spcPct val="140000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Dentre os perfis disponíveis optamos por Casual Game com a mecânica central inspirada no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Flappy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Bird e com traços de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Runner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Shooter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em um ambiente tridimensional.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2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213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SEMANA FECAP DE TECNOLOGIA - 2026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Escola de Comércio Álvares Penteado - FECAP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4" y="11174854"/>
            <a:ext cx="11904157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Desenvolvido na </a:t>
            </a:r>
            <a:r>
              <a:rPr lang="pt-BR" sz="4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</a:t>
            </a: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Unity, nosso jogo utiliza um sistema de física refinado. O jogador controla o posicionamento lateral e o pulo, lutando constantemente contra a gravidade. Mas aqui está o diferencial: o multitarefa.</a:t>
            </a:r>
          </a:p>
        </p:txBody>
      </p:sp>
      <p:sp>
        <p:nvSpPr>
          <p:cNvPr id="140" name="Google Shape;140;p1"/>
          <p:cNvSpPr txBox="1"/>
          <p:nvPr/>
        </p:nvSpPr>
        <p:spPr>
          <a:xfrm>
            <a:off x="15743885" y="24181662"/>
            <a:ext cx="11652014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ts val="4802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Desviar de obstáculos, mirar e acertar alvos enquanto enfrenta inimigos são algumas das tarefas desafiadoras do jogador.</a:t>
            </a:r>
          </a:p>
          <a:p>
            <a:pPr algn="just">
              <a:lnSpc>
                <a:spcPts val="4802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ts val="4802"/>
              </a:lnSpc>
            </a:pPr>
            <a:r>
              <a:rPr lang="pt-BR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Essa combinação transforma o loop simples em uma dança de precisão. O jogador não está apenas clicando; ele está gerenciando riscos em tempo real.</a:t>
            </a:r>
          </a:p>
          <a:p>
            <a:pPr algn="just">
              <a:lnSpc>
                <a:spcPts val="4802"/>
              </a:lnSpc>
            </a:pPr>
            <a:endParaRPr lang="pt-BR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6DF3408-7363-C32B-1C1D-C00153A7E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2559" y="15345171"/>
            <a:ext cx="10674666" cy="7142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418</Words>
  <Application>Microsoft Office PowerPoint</Application>
  <PresentationFormat>Personalizar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Oliveira123456 4 23011298</cp:lastModifiedBy>
  <cp:revision>13</cp:revision>
  <dcterms:created xsi:type="dcterms:W3CDTF">2006-08-16T00:00:00Z</dcterms:created>
  <dcterms:modified xsi:type="dcterms:W3CDTF">2026-05-03T23:41:13Z</dcterms:modified>
</cp:coreProperties>
</file>